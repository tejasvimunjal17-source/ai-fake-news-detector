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2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146847062" r:id="rId12"/>
    <p:sldId id="2146847063" r:id="rId13"/>
    <p:sldId id="2146847064" r:id="rId14"/>
    <p:sldId id="2146847065" r:id="rId15"/>
    <p:sldId id="2146847066" r:id="rId16"/>
    <p:sldId id="268" r:id="rId17"/>
    <p:sldId id="2146847055" r:id="rId18"/>
    <p:sldId id="269" r:id="rId19"/>
    <p:sldId id="2146847058" r:id="rId20"/>
    <p:sldId id="25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474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22-Jan-26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22-Jan-26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22-Jan-26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22-Jan-26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22-Jan-26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22-Jan-26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22-Jan-26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22-Jan-26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22-Jan-26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22-Jan-26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22-Jan-26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22-Jan-26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xmlns="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jasvimunjal17-source/AI-Fake-News-Detector/blob/main/AIFakeNewsDetect.py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treamlit.io/" TargetMode="External"/><Relationship Id="rId2" Type="http://schemas.openxmlformats.org/officeDocument/2006/relationships/hyperlink" Target="https://huggingface.co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supervised_learning.html" TargetMode="External"/><Relationship Id="rId4" Type="http://schemas.openxmlformats.org/officeDocument/2006/relationships/hyperlink" Target="https://www.python.org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jasvimunjal17-source/AI-Fake-News-Detector/blob/main/AIFakeNewsDetect.py" TargetMode="External"/><Relationship Id="rId2" Type="http://schemas.openxmlformats.org/officeDocument/2006/relationships/hyperlink" Target="https://github.com/tejasvimunjal17-source/AI-Fake-News-Detector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FAKE NEWS DETECTOR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6519" y="3607651"/>
            <a:ext cx="7980183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Name –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Tejasvi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Munjal</a:t>
            </a:r>
            <a:endParaRPr lang="en-US" sz="2000" b="1" dirty="0" smtClean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endParaRPr lang="en-US" sz="2000" b="1" dirty="0" smtClean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Dronacharya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Government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</a:t>
            </a:r>
          </a:p>
          <a:p>
            <a:pPr marL="457200" indent="-457200">
              <a:buAutoNum type="arabicPeriod"/>
            </a:pPr>
            <a:endParaRPr lang="en-US" sz="2000" b="1" dirty="0" smtClean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 - Commerce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662223" y="2420132"/>
            <a:ext cx="111840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US" sz="2400" b="1" dirty="0" smtClean="0"/>
              <a:t>Misinformation spreads rapidly through online news and social media.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b="1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 smtClean="0"/>
              <a:t>Students find it difficult to differentiate between reliable and fake information.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b="1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 smtClean="0"/>
              <a:t>There is a lack of accessible tools to quickly verify the credibility of digital content.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29528" y="2715202"/>
            <a:ext cx="112377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 smtClean="0"/>
              <a:t>An </a:t>
            </a:r>
            <a:r>
              <a:rPr lang="en-US" sz="2400" b="1" dirty="0"/>
              <a:t>AI solution that analyzes articles to assess their credibility. </a:t>
            </a:r>
            <a:endParaRPr lang="en-US" sz="2400" b="1" dirty="0" smtClean="0"/>
          </a:p>
          <a:p>
            <a:endParaRPr lang="en-US" sz="2400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 smtClean="0"/>
              <a:t>Provides </a:t>
            </a:r>
            <a:r>
              <a:rPr lang="en-US" sz="2400" b="1" dirty="0"/>
              <a:t>concise, trustworthy summaries to prevent the spread of false information</a:t>
            </a:r>
            <a:r>
              <a:rPr lang="en-US" sz="2400" b="1" dirty="0" smtClean="0"/>
              <a:t>.</a:t>
            </a:r>
          </a:p>
          <a:p>
            <a:r>
              <a:rPr lang="en-US" sz="2400" b="1" dirty="0" smtClean="0"/>
              <a:t> </a:t>
            </a:r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 smtClean="0"/>
              <a:t>A </a:t>
            </a:r>
            <a:r>
              <a:rPr lang="en-US" sz="2400" b="1" dirty="0"/>
              <a:t>lightweight application that works both online and offline to accommodate students with limited resources.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1192" y="2197290"/>
            <a:ext cx="106099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u="sng" dirty="0" smtClean="0"/>
              <a:t>Language</a:t>
            </a:r>
            <a:r>
              <a:rPr lang="en-US" sz="2400" b="1" u="sng" dirty="0"/>
              <a:t>: </a:t>
            </a:r>
            <a:r>
              <a:rPr lang="en-US" sz="2400" dirty="0"/>
              <a:t>Python (via Python.org). </a:t>
            </a:r>
            <a:endParaRPr lang="en-US" sz="2400" dirty="0" smtClean="0"/>
          </a:p>
          <a:p>
            <a:endParaRPr lang="en-US" sz="2400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u="sng" dirty="0" smtClean="0"/>
              <a:t>Libraries</a:t>
            </a:r>
            <a:r>
              <a:rPr lang="en-US" sz="2400" b="1" u="sng" dirty="0"/>
              <a:t>: </a:t>
            </a:r>
            <a:endParaRPr lang="en-US" sz="2400" b="1" u="sng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400" dirty="0" smtClean="0"/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sz="2400" dirty="0" smtClean="0"/>
              <a:t> </a:t>
            </a:r>
            <a:r>
              <a:rPr lang="en-US" sz="2400" dirty="0" err="1"/>
              <a:t>Scikit</a:t>
            </a:r>
            <a:r>
              <a:rPr lang="en-US" sz="2400" dirty="0"/>
              <a:t>-Learn: For machine learning models (Supervised Learning</a:t>
            </a:r>
            <a:r>
              <a:rPr lang="en-US" sz="2400" dirty="0" smtClean="0"/>
              <a:t>).</a:t>
            </a:r>
          </a:p>
          <a:p>
            <a:pPr lvl="2"/>
            <a:r>
              <a:rPr lang="en-US" sz="2400" dirty="0" smtClean="0"/>
              <a:t>  </a:t>
            </a:r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sz="2400" dirty="0" smtClean="0"/>
              <a:t> Pandas</a:t>
            </a:r>
            <a:r>
              <a:rPr lang="en-US" sz="2400" dirty="0"/>
              <a:t>: For data handling and processing. </a:t>
            </a:r>
            <a:endParaRPr lang="en-US" sz="2400" dirty="0" smtClean="0"/>
          </a:p>
          <a:p>
            <a:pPr marL="1257300" lvl="2" indent="-342900">
              <a:buFont typeface="Wingdings" panose="05000000000000000000" pitchFamily="2" charset="2"/>
              <a:buChar char="ü"/>
            </a:pPr>
            <a:endParaRPr lang="en-US" sz="2400" dirty="0"/>
          </a:p>
          <a:p>
            <a:pPr marL="1257300" lvl="2" indent="-342900">
              <a:buFont typeface="Wingdings" panose="05000000000000000000" pitchFamily="2" charset="2"/>
              <a:buChar char="ü"/>
            </a:pPr>
            <a:r>
              <a:rPr lang="en-US" sz="2400" dirty="0" smtClean="0"/>
              <a:t> </a:t>
            </a:r>
            <a:r>
              <a:rPr lang="en-US" sz="2400" dirty="0"/>
              <a:t>User Interface: </a:t>
            </a:r>
            <a:r>
              <a:rPr lang="en-US" sz="2400" dirty="0" err="1"/>
              <a:t>Streamlit</a:t>
            </a:r>
            <a:r>
              <a:rPr lang="en-US" sz="2400" dirty="0"/>
              <a:t> for building a fast, interactive web app.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81192" y="2552131"/>
            <a:ext cx="106099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/>
              <a:t>Algorithm</a:t>
            </a:r>
            <a:r>
              <a:rPr lang="en-US" b="1" dirty="0"/>
              <a:t>: </a:t>
            </a:r>
            <a:r>
              <a:rPr lang="en-US" dirty="0"/>
              <a:t>Passive Aggressive Classifier.   </a:t>
            </a:r>
            <a:endParaRPr lang="en-US" dirty="0" smtClean="0"/>
          </a:p>
          <a:p>
            <a:r>
              <a:rPr lang="en-US" dirty="0" smtClean="0"/>
              <a:t>                      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</a:t>
            </a:r>
            <a:r>
              <a:rPr lang="en-US" b="1" dirty="0" smtClean="0"/>
              <a:t>Why :</a:t>
            </a:r>
            <a:r>
              <a:rPr lang="en-US" dirty="0" smtClean="0"/>
              <a:t> </a:t>
            </a:r>
            <a:r>
              <a:rPr lang="en-US" dirty="0"/>
              <a:t>It is memory-efficient for 2</a:t>
            </a:r>
            <a:r>
              <a:rPr lang="en-US" dirty="0" smtClean="0"/>
              <a:t>GB </a:t>
            </a:r>
            <a:r>
              <a:rPr lang="en-US" dirty="0"/>
              <a:t>RAM and supports "online learning</a:t>
            </a:r>
            <a:r>
              <a:rPr lang="en-US" dirty="0" smtClean="0"/>
              <a:t>". 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u="sng" dirty="0" smtClean="0"/>
              <a:t>Feature </a:t>
            </a:r>
            <a:r>
              <a:rPr lang="en-US" b="1" u="sng" dirty="0"/>
              <a:t>Extraction: </a:t>
            </a:r>
            <a:r>
              <a:rPr lang="en-US" dirty="0"/>
              <a:t>TF-IDF </a:t>
            </a:r>
            <a:r>
              <a:rPr lang="en-US" dirty="0" err="1"/>
              <a:t>Vectorizer</a:t>
            </a:r>
            <a:r>
              <a:rPr lang="en-US" dirty="0"/>
              <a:t> to convert text into numerical data. </a:t>
            </a: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u="sng" dirty="0" smtClean="0"/>
              <a:t>Deployment</a:t>
            </a:r>
            <a:r>
              <a:rPr lang="en-US" b="1" u="sng" dirty="0"/>
              <a:t>: </a:t>
            </a:r>
            <a:r>
              <a:rPr lang="en-US" dirty="0"/>
              <a:t>The application is deployed using </a:t>
            </a:r>
            <a:r>
              <a:rPr lang="en-US" dirty="0" err="1"/>
              <a:t>Streamlit</a:t>
            </a:r>
            <a:r>
              <a:rPr lang="en-US" dirty="0"/>
              <a:t> or </a:t>
            </a:r>
            <a:r>
              <a:rPr lang="en-US" dirty="0" err="1"/>
              <a:t>Gradio</a:t>
            </a:r>
            <a:r>
              <a:rPr lang="en-US" dirty="0"/>
              <a:t> for easy access via a web browser.</a:t>
            </a: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926" y="1920408"/>
            <a:ext cx="7902147" cy="25444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983696" y="4809995"/>
            <a:ext cx="82246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Code </a:t>
            </a:r>
            <a:r>
              <a:rPr lang="en-IN" dirty="0"/>
              <a:t>Link</a:t>
            </a:r>
            <a:r>
              <a:rPr lang="en-IN" dirty="0" smtClean="0"/>
              <a:t>: </a:t>
            </a:r>
            <a:r>
              <a:rPr lang="en-IN" dirty="0"/>
              <a:t>- </a:t>
            </a:r>
            <a:r>
              <a:rPr lang="en-IN" dirty="0">
                <a:hlinkClick r:id="rId3"/>
              </a:rPr>
              <a:t>https://github.com/tejasvimunjal17-source/AI-Fake-News-Detector/blob/main/AIFakeNewsDetect.py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15" y="1746913"/>
            <a:ext cx="11623370" cy="34631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6281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926" y="1777430"/>
            <a:ext cx="6362147" cy="32967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7741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172" y="1613043"/>
            <a:ext cx="5929655" cy="36449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75394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264" y="1859623"/>
            <a:ext cx="5935471" cy="30784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08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2943" y="1669620"/>
            <a:ext cx="5106113" cy="36009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23756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000" b="1" dirty="0" smtClean="0"/>
              <a:t>The </a:t>
            </a:r>
            <a:r>
              <a:rPr lang="en-US" sz="2000" b="1" dirty="0"/>
              <a:t>project provides a practical AI tool to combat digital misinformation. </a:t>
            </a:r>
            <a:endParaRPr lang="en-US" sz="2000" b="1" dirty="0" smtClean="0"/>
          </a:p>
          <a:p>
            <a:pPr marL="0" indent="0">
              <a:buNone/>
            </a:pPr>
            <a:endParaRPr lang="en-US" sz="2000" b="1" dirty="0"/>
          </a:p>
          <a:p>
            <a:pPr marL="305435" indent="-305435"/>
            <a:r>
              <a:rPr lang="en-US" sz="2000" b="1" dirty="0" smtClean="0"/>
              <a:t>By </a:t>
            </a:r>
            <a:r>
              <a:rPr lang="en-US" sz="2000" b="1" dirty="0"/>
              <a:t>using lightweight machine learning, the tool remains accessible to students on older hardware. </a:t>
            </a:r>
            <a:endParaRPr lang="en-US" sz="2000" b="1" dirty="0" smtClean="0"/>
          </a:p>
          <a:p>
            <a:pPr marL="0" indent="0">
              <a:buNone/>
            </a:pPr>
            <a:endParaRPr lang="en-US" sz="2000" b="1" dirty="0"/>
          </a:p>
          <a:p>
            <a:pPr marL="305435" indent="-305435"/>
            <a:r>
              <a:rPr lang="en-US" sz="2000" b="1" dirty="0" smtClean="0"/>
              <a:t>It </a:t>
            </a:r>
            <a:r>
              <a:rPr lang="en-US" sz="2000" b="1" dirty="0"/>
              <a:t>empowers students to become more critical consumers of online information.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15907" y="2238233"/>
            <a:ext cx="1066914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/>
              <a:t>Integration </a:t>
            </a:r>
            <a:r>
              <a:rPr lang="en-US" sz="2800" dirty="0"/>
              <a:t>with browser extensions to verify news in real-time. </a:t>
            </a: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/>
              <a:t>Expanding </a:t>
            </a:r>
            <a:r>
              <a:rPr lang="en-US" sz="2800" dirty="0"/>
              <a:t>the detector to support multiple regional languages</a:t>
            </a:r>
            <a:r>
              <a:rPr lang="en-US" sz="2800" dirty="0" smtClean="0"/>
              <a:t>.</a:t>
            </a:r>
          </a:p>
          <a:p>
            <a:endParaRPr lang="en-US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/>
              <a:t>Adding </a:t>
            </a:r>
            <a:r>
              <a:rPr lang="en-US" sz="2800" dirty="0"/>
              <a:t>image and video </a:t>
            </a:r>
            <a:r>
              <a:rPr lang="en-US" sz="2800" dirty="0" err="1"/>
              <a:t>deepfake</a:t>
            </a:r>
            <a:r>
              <a:rPr lang="en-US" sz="2800" dirty="0"/>
              <a:t> detection capabilities</a:t>
            </a:r>
            <a:r>
              <a:rPr lang="en-US" sz="28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39C82B0-CBA2-0FD2-0400-979E31AC4978}"/>
              </a:ext>
            </a:extLst>
          </p:cNvPr>
          <p:cNvSpPr txBox="1"/>
          <p:nvPr/>
        </p:nvSpPr>
        <p:spPr>
          <a:xfrm>
            <a:off x="668866" y="15256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Hugging Face – The AI community building the future.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868E3FB-22A7-E0B8-4581-182B6AF5A531}"/>
              </a:ext>
            </a:extLst>
          </p:cNvPr>
          <p:cNvSpPr txBox="1"/>
          <p:nvPr/>
        </p:nvSpPr>
        <p:spPr>
          <a:xfrm>
            <a:off x="668866" y="21182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linkClick r:id="rId3"/>
              </a:rPr>
              <a:t>Streamlit</a:t>
            </a:r>
            <a:r>
              <a:rPr lang="en-US" dirty="0">
                <a:hlinkClick r:id="rId3"/>
              </a:rPr>
              <a:t> • A faster way to build and share data apps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0AED30D-1BDE-D15E-24BF-CDF91FB17E3B}"/>
              </a:ext>
            </a:extLst>
          </p:cNvPr>
          <p:cNvSpPr txBox="1"/>
          <p:nvPr/>
        </p:nvSpPr>
        <p:spPr>
          <a:xfrm>
            <a:off x="668866" y="2710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Welcome to Python.org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0239F6C-608D-FFC0-AE73-B5FE2296234F}"/>
              </a:ext>
            </a:extLst>
          </p:cNvPr>
          <p:cNvSpPr txBox="1"/>
          <p:nvPr/>
        </p:nvSpPr>
        <p:spPr>
          <a:xfrm>
            <a:off x="668866" y="33035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1. Supervised learning — scikit-learn 1.8.0 documentation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 : </a:t>
            </a:r>
            <a:r>
              <a:rPr lang="en-IN" dirty="0">
                <a:hlinkClick r:id="rId2"/>
              </a:rPr>
              <a:t>https://github.com/tejasvimunjal17-source/AI-Fake-News-Detector</a:t>
            </a:r>
            <a:endParaRPr lang="en-IN" dirty="0"/>
          </a:p>
          <a:p>
            <a:r>
              <a:rPr lang="en-IN" dirty="0"/>
              <a:t>Deployment Link: </a:t>
            </a:r>
            <a:r>
              <a:rPr lang="en-IN" dirty="0" err="1"/>
              <a:t>Streamlit</a:t>
            </a:r>
            <a:r>
              <a:rPr lang="en-IN" dirty="0"/>
              <a:t> or </a:t>
            </a:r>
            <a:r>
              <a:rPr lang="en-IN" dirty="0" err="1"/>
              <a:t>gradio</a:t>
            </a:r>
            <a:r>
              <a:rPr lang="en-IN" dirty="0"/>
              <a:t>  links - </a:t>
            </a:r>
            <a:r>
              <a:rPr lang="en-IN" dirty="0">
                <a:hlinkClick r:id="rId3"/>
              </a:rPr>
              <a:t>https://github.com/tejasvimunjal17-source/AI-Fake-News-Detector/blob/main/AIFakeNewsDetect.py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http://schemas.microsoft.com/office/2006/documentManagement/types"/>
    <ds:schemaRef ds:uri="http://schemas.openxmlformats.org/package/2006/metadata/core-properties"/>
    <ds:schemaRef ds:uri="9162bd5b-4ed9-4da3-b376-05204580ba3f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1093</TotalTime>
  <Words>345</Words>
  <Application>Microsoft Office PowerPoint</Application>
  <PresentationFormat>Widescreen</PresentationFormat>
  <Paragraphs>81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Franklin Gothic Book</vt:lpstr>
      <vt:lpstr>Franklin Gothic Demi</vt:lpstr>
      <vt:lpstr>Wingdings</vt:lpstr>
      <vt:lpstr>Wingdings 2</vt:lpstr>
      <vt:lpstr>DividendVTI</vt:lpstr>
      <vt:lpstr>Ai FAKE NEWS DETECTOR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Result</vt:lpstr>
      <vt:lpstr>Result</vt:lpstr>
      <vt:lpstr>Result</vt:lpstr>
      <vt:lpstr>Result</vt:lpstr>
      <vt:lpstr>Result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2000</cp:lastModifiedBy>
  <cp:revision>44</cp:revision>
  <dcterms:created xsi:type="dcterms:W3CDTF">2021-05-26T16:50:10Z</dcterms:created>
  <dcterms:modified xsi:type="dcterms:W3CDTF">2026-01-22T13:22:12Z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